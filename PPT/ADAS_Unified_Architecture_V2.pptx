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Unified ADAS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Tri-Staggered Dual-AI Architecture for Indian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6B6D4"/>
                </a:solidFill>
              </a:defRPr>
            </a:pPr>
            <a:r>
              <a:t>FCW _x0000_B7 Blind Spot _x0000_B7 Emergency Preemption _x0000_B7 Dynamic Skipping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Monthly Committee Technical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96720"/>
            <a:ext cx="508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The True Dual-Model Unified Pipeline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36800"/>
            <a:ext cx="508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Core Optimizations: Tri-Staggered Execution &amp; Dynamic Skipping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976880"/>
            <a:ext cx="508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Module 1: Context-Aware Forward Collision Warning (FCW)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616959"/>
            <a:ext cx="508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661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Module 2: Lane Assist &amp; Blind Spot Analytics (Rear)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57040"/>
            <a:ext cx="508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Module 3: Multi-Modal Emergency Preemption (EVP)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897120"/>
            <a:ext cx="508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Advanced Tracking &amp; HUD Rendering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37199"/>
            <a:ext cx="50800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48639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48639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Profiling &amp; Metrics (unified_profile.csv)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True Dual-Model Unified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Previously isolated modules are now unified. Processes Front &amp; Rear cameras simultaneously.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General Traffic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yolov8n.pt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146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Detects Cars, Trucks, Pedestrians, Bikes on Front + Rear cameras.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Emergency Veh.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yolo_emergency_model.pt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7033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Specialized model dedicated to Ambulances, Fire Trucks, Police.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DeepSORT Trackers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 Independent Streams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8920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</a:defRPr>
            </a:pPr>
            <a:r>
              <a:t>Separate trackers for Front, Rear, and EVP streams ensuring no mixups.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Optimizations: Tri-Staggered Exec &amp; Dynamic Skip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Massive CPU/GPU savings achieved by intelligently staggering workloads and skipping empty frames.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Tri-Staggered Detection Rate (Interval = 3):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_x0000_B7 Frame N+0: Front Camera AI Inference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_x0000_B7 Frame N+1: Rear Camera AI Inference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_x0000_B7 Frame N+2: Emergency Camera AI Inference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Result: Avoids running 3 heavy models on the same frame, eliminating latency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Dynamic Empty-Road Skipping: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_x0000_B7 If the system detects 0 vehicles for 2 consecutive runs (6 frames)...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_x0000_B7 It safely assumes an empty road and forces skips for the next 6 frames.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_x0000_B7 DeepSORT Coasting keeps existing objects alive seamlessly.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Result: Drastically cuts CPU usage during open highway driving or stopped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Module 1: Context-Aware FCW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Uses 'get_ego_polygon' logic instead of simple bounding box overlaps.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_x0000_B7 Ego Path Polygon: Defines a 45% width, 65% height corridor ahead of the driver.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_x0000_B7 Context Validation: Targets must have &gt;25% horizontal overlap with this polygon.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_x0000_B7 Traffic-Aware TTC Thresholds: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   - FREE (&lt; 4 vehicles): Warns at 4.0s, Critical at 2.0s.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   - HEAVY (&gt;= 8 vehicles): Warns at 2.0s, Critical at 1.0s (avoids false alarms in jams).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_x0000_B7 DeepSORT Speeds: Closing speed derived from tracking bounding box growth.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_x0000_B7 Pedestrian Alert: Special DANGER overlay if a pedestrian (Class 0) enters Ego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Module 2: Lane Assist &amp; Blind Spot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Rear Camera Analytics: Lane Advisory, 3D Cubes, ROI Cropping.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_x0000_B7 ROI Cropping: Top 20% of rear frame is cropped to save processing time.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_x0000_B7 3D Blind Spot Cubes: Projects a polygon to the left/right of detected lanes.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_x0000_B7 Intersection Testing: If a vehicle bounding box footprint hits the cube = In Blind Spot.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_x0000_B7 Lane Change Advisor: Evaluates both lanes simultaneously.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_x0000_B7 Outputs 'UNSAFE_LEFT', 'UNSAFE_RIGHT', 'SAFE_BOTH', triggering an Amber Alert if driver signals.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Module 3: Multi-Modal EVP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</a:defRPr>
            </a:pPr>
            <a:r>
              <a:t>Emergency Vehicle Preemption: Identifies active emergency scenarios securely.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Visual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HSV detection for Red, Blue, Amber.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Blink frequency verification (1-4Hz).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Scans only the top 30% of Emergency Bboxes.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Audio Siren (Optional)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FFT Analysis over Indian Siren Band (600-1600Hz).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Calculates Warble variance.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Graceful degradation if no Mic.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Multi-Modal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fused = max(visual, audio).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If both &gt; 0.3, boosts confidence.</a:t>
            </a:r>
          </a:p>
          <a:p>
            <a:pPr>
              <a:spcAft>
                <a:spcPts val="500"/>
              </a:spcAft>
              <a:defRPr sz="1400">
                <a:solidFill>
                  <a:srgbClr val="CBD5E1"/>
                </a:solidFill>
              </a:defRPr>
            </a:pPr>
            <a:r>
              <a:t>10 frames to reach state 'YIELD'.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HUD Rendering &amp; Performance 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HUD UIRenderer: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  _x0000_B7 Semi-transparent panels with Corner-Accent glowing bounding boxes.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  _x0000_B7 Dynamic Dashboards for Front (FCW/EVP) and Rear (BSD/Lane offset).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  _x0000_B7 Full-screen Red Alert 'PEDESTRIAN IN PATH!' override when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5156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Metrics &amp; Logging (ModuleProfiler):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  _x0000_B7 Measures accurate FPS, Time per frame, data bandwidth.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  _x0000_B7 Logs states directly to unified_profile.csv and evp_profile.csv.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</a:defRPr>
            </a:pPr>
            <a:r>
              <a:t>  _x0000_B7 Ensures real-time evaluation capability to catch bottlenecks in edge deployments.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System Ready for Edge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Unified Pipeline _x0000_B7 Tri-Staggered AI _x0000_B7 Context-Aware FCW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