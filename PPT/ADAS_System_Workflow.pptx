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ADAS – Advanced Driver Assistance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Camera-Only Modular System for Indian Road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6B6D4"/>
                </a:solidFill>
              </a:defRPr>
            </a:pPr>
            <a:r>
              <a:t>Real-Time  •  Edge-Deployable  •  YOLOv8 + DeepSORT  • 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System Architecture &amp; Technical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422400"/>
            <a:ext cx="508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System Overview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925320"/>
            <a:ext cx="5080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874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74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428240"/>
            <a:ext cx="5080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Module 1: Forward Collision Warning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931160"/>
            <a:ext cx="5080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880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FCW: Traffic-Aware Thresholds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34080"/>
            <a:ext cx="508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383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Module 2: Lane Assist + Blind Spot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937000"/>
            <a:ext cx="508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3886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886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Module 3: Emergency Vehicle Preemption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439920"/>
            <a:ext cx="5080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4389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Shared Infrastructure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942840"/>
            <a:ext cx="5080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1600" y="4892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892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Performance &amp; Optimizations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445760"/>
            <a:ext cx="508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5394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Evaluation Framework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5948680"/>
            <a:ext cx="508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71600" y="5897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897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3 independent ADAS modules + shared infrastructure, optimized for Indian traffic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</a:defRPr>
            </a:pPr>
            <a:r>
              <a:t>🚗  FCW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Forward Collision 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Detects vehicles ahead, estimates distance</a:t>
            </a:r>
            <a:br/>
            <a:r>
              <a:t>&amp; TTC, warns before collision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Front Camera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</a:defRPr>
            </a:pPr>
            <a:r>
              <a:t>🛣  BSD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Lane Assist + Blind Spot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74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Detects lane boundaries, identifies blind</a:t>
            </a:r>
            <a:br/>
            <a:r>
              <a:t>spot vehicles, advises lane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Rear Camera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9456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🚨  EVP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Emergency Preemption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474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Detects emergency vehicles via flashing</a:t>
            </a:r>
            <a:br/>
            <a:r>
              <a:t>lights + siren audio, advises yielding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Front + Mic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Each module runs independently • Video or live camera • Batch launcher included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447800"/>
            <a:ext cx="5080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Object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YOLOv8n (Ultralytics)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6.5MB, 80 COCO classes, FP16 + TensorRT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33600"/>
            <a:ext cx="50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Object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DeepSORT + MobileNet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Kalman filter + cosine re-identification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19400"/>
            <a:ext cx="5080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Computer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OpenCV 4.8+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BEV transforms, Hough lines, HSV masks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505200"/>
            <a:ext cx="5080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Math /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NumPy + SciPy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29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Polynomial fitting, FFT audio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191000"/>
            <a:ext cx="5080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GPU Acceleration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PyTorch CUDA + FP16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Half-precision, TensorRT export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876800"/>
            <a:ext cx="50800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800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Audio (Optional)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PyAudio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800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Real-time mic for siren detection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562600"/>
            <a:ext cx="50800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</a:defRPr>
            </a:pPr>
            <a:r>
              <a:t>Profiling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psutil + custom profiler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FPS, bandwidth, storage estimation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Module 1: Forward Collision Warning (FCW)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Detects vehicles ahead in ego lane, estimates distance &amp; closing speed, warns before collision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371600" cy="1280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rPr dirty="0"/>
              <a:t>Frame</a:t>
            </a:r>
            <a:br>
              <a:rPr dirty="0"/>
            </a:br>
            <a:r>
              <a:rPr dirty="0"/>
              <a:t>640×360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2011680"/>
            <a:ext cx="1371600" cy="1280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48840" y="2103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7744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YOLOv8n</a:t>
            </a:r>
            <a:br/>
            <a: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011680"/>
            <a:ext cx="1371600" cy="1280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0" y="2103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37744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DeepSORT</a:t>
            </a:r>
            <a:br/>
            <a:r>
              <a:t>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011680"/>
            <a:ext cx="1371600" cy="1280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2103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37744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BEV Lane</a:t>
            </a:r>
            <a:br/>
            <a: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011680"/>
            <a:ext cx="1371600" cy="1280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2103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37744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In-Lane</a:t>
            </a:r>
            <a:br/>
            <a:r>
              <a:t>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2011680"/>
            <a:ext cx="1371600" cy="1280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2103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37744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Distance</a:t>
            </a:r>
            <a:br/>
            <a:r>
              <a:t>+ TTC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2011680"/>
            <a:ext cx="1371600" cy="1280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49840" y="2103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37744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Traffic</a:t>
            </a:r>
            <a:br/>
            <a:r>
              <a:t>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Key Components: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114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▸ Lane Detection: Bird's-Eye-View transform + sliding window polynomial fitting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▸ Distance: Pinhole camera model  d = (1.5m × 500px) / bbox_height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▸ TTC: closing_speed = (dist_prev − dist_curr) × FPS → TTC = dist / speed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▸ Traffic Context: Heavy (≥8 vehicles) thresholds ×0.5 to reduce false alarms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▸ Warning: 4 levels (Normal→Visual→Audio→Continuous), never skips levels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rPr dirty="0"/>
              <a:t>FCW: Traffic-Aware TTC Thresholds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In heavy Indian traffic, vehicles are always close — adaptive thresholds prevent false alarms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103120"/>
            <a:ext cx="16459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Traffic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103120"/>
            <a:ext cx="16459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Vehicle 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103120"/>
            <a:ext cx="16459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TTC 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103120"/>
            <a:ext cx="16459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TTC Warning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103120"/>
            <a:ext cx="16459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Multiplier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651760"/>
            <a:ext cx="1645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FREE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651760"/>
            <a:ext cx="1645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&lt;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651760"/>
            <a:ext cx="1645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2.0s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651760"/>
            <a:ext cx="1645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4.0s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651760"/>
            <a:ext cx="1645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×1.0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200400"/>
            <a:ext cx="1645920" cy="4572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160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MODERATE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200400"/>
            <a:ext cx="1645920" cy="4572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4 – 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200400"/>
            <a:ext cx="1645920" cy="4572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1.4s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200400"/>
            <a:ext cx="1645920" cy="4572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2.8s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3200400"/>
            <a:ext cx="1645920" cy="4572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×0.7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3749039"/>
            <a:ext cx="1645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7160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HEAVY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3749039"/>
            <a:ext cx="1645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≥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3749039"/>
            <a:ext cx="1645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1.0s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3749039"/>
            <a:ext cx="1645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2.0s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749039"/>
            <a:ext cx="1645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×0.5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FCW Source Files: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029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main.py – Pipeline  |  collision.py – TTC + Distance  |  lane_detector.py – BEV Sliding Window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ego_path.py – Ego path overlap  |  motion_metrics.py – EMA smoothing  |  traffic_engine.py – Density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warning_manager.py – 4-level state machine  |  lane_analyzer.py – Legacy Hough detector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Module 2: Lane Assist + Blind Spot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Rear camera: lane boundary analysis + blind spot 3D cube zones + lane change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Blind Spot Detection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1. BEV perspective transform (rear trapezoid → rectangle)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2. HSV thresholding: white + yellow lane markings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3. Morphological cleanup (close + open, 5×5 kernel)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4. Sliding window → 2nd-degree polynomial lane fitting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5. History smoothing (average over 10 frames)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6. Generate 3D blind spot cubes (140px wide)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7. Inverse transform cubes back to camera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Lane Change Advisory States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611120"/>
            <a:ext cx="381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SAFE_BOTH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560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Both sides clear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114039"/>
            <a:ext cx="381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30632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SAFE_LEFT / 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0632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One side clear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616960"/>
            <a:ext cx="3810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566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UNSAFE_LEFT /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566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Vehicle in blind spot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119880"/>
            <a:ext cx="3810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UNSAFE_BOTH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069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Stay in lane!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622800"/>
            <a:ext cx="381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NO_DATA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572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Insufficient lane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9E0B"/>
                </a:solidFill>
              </a:defRPr>
            </a:pPr>
            <a:r>
              <a:t>Critical: drifting &gt;0.3m toward occupied blind spot → "DON'T MOVE LEFT/RIGHT!"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Module 3: Emergency Vehicle Preemption (EVP)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</a:defRPr>
            </a:pPr>
            <a:r>
              <a:t>Visual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HSV color detection in top 30% of each vehicle bbox: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  Red: [0,120,150]–[10,255,255] (Ambulance, Fire)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  Blue: [100,120,150]–[130,255,255] (Police)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  Amber: [10,100,200]–[25,255,255] (Highway patrol)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Contour area: 100px² ≤ area ≤ 5000px²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Blink frequency: 1.0–4.0 Hz = emergency vehicle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Blinking = 0.9 confidence; Static = 0.5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</a:defRPr>
            </a:pPr>
            <a:r>
              <a:t>Audio Siren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FFT on mic audio (22050 Hz, 2048 chunks)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Indian siren band: 600–1600 Hz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Ratio = siren_energy / total_energy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Warble pattern: variance &gt; 0.001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Graceful fallback if PyAudio absent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Multi-Modal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fused = max(visual, audio)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Both &gt; 0.3: vis×0.6 + aud×0.4 + 0.2 (boost)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NORMAL → ALERT (5f) → YIELD (10f)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Never jumps NORMAL → YIELD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</a:defRPr>
            </a:pPr>
            <a:r>
              <a:t>Direction: LEFT / RIGHT / BEHIND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Shared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detector.py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YOLOv8n Wrapper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FP16 on GPU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TensorRT .engine support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Model warmup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ROI cropping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5 vehicle classes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tracker.py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DeepSORT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603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MobileNet embedder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Kalman prediction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Cosine re-ID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10-frame history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Speed estimation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ui_renderer.py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HUD UI Renderer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Dark transparent panels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Green/Amber/Red colors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Corner-accent boxes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Gradient alert banners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Dashboard composer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46304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6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profiler.py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Module Profiler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5603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Per-frame timing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JPEG data estimation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Bandwidth (KB/s)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Storage (MB/hour)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CSV export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Performance &amp; Optimizations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≥ 15 FPS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Target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01168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34640" y="1554480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rPr dirty="0" smtClean="0"/>
              <a:t>640×360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2834640" y="220669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rPr dirty="0"/>
              <a:t>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71600"/>
            <a:ext cx="201168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</a:defRPr>
            </a:pPr>
            <a:r>
              <a:t>6.5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Model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371600"/>
            <a:ext cx="201168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&lt; 67ms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Latency (GPU)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371600"/>
            <a:ext cx="201168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Every 2nd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Det Interval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Optimization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</a:defRPr>
            </a:pPr>
            <a:r>
              <a:t>▸ FP16 Half-Precision: 2× faster inference on NVIDIA GPUs</a:t>
            </a:r>
          </a:p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</a:defRPr>
            </a:pPr>
            <a:r>
              <a:t>▸ TensorRT Export: .engine format for 2-3× speedup</a:t>
            </a:r>
          </a:p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</a:defRPr>
            </a:pPr>
            <a:r>
              <a:t>▸ Frame Skipping: YOLO every 2nd frame, tracker predicts between</a:t>
            </a:r>
          </a:p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</a:defRPr>
            </a:pPr>
            <a:r>
              <a:t>▸ ROI Cropping: Crop irrelevant regions (BSD: skip top 20%)</a:t>
            </a:r>
          </a:p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</a:defRPr>
            </a:pPr>
            <a:r>
              <a:t>▸ Model Warmup: Pre-warm to avoid startup latency</a:t>
            </a:r>
          </a:p>
          <a:p>
            <a:pPr>
              <a:spcAft>
                <a:spcPts val="500"/>
              </a:spcAft>
              <a:defRPr sz="1500">
                <a:solidFill>
                  <a:srgbClr val="CBD5E1"/>
                </a:solidFill>
              </a:defRPr>
            </a:pPr>
            <a:r>
              <a:t>▸ History Smoothing: EMA + rolling averages for stability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Evaluation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Interactive annotation tool (evaluate.py) for measuring detection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▸ Samples N evenly-spaced frames from video (default: 200)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▸ Runs module pipeline and displays result for annotation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▸ Human classifies: TP / FP / FN / TN per frame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▸ Computes: Precision, Recall, F1 Score, Accuracy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▸ Exports to JSON + CSV for reports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▸ Supports: lane, </a:t>
            </a:r>
            <a:r>
              <a:rPr dirty="0" err="1"/>
              <a:t>lane_fcw</a:t>
            </a:r>
            <a:r>
              <a:rPr dirty="0"/>
              <a:t>, </a:t>
            </a:r>
            <a:r>
              <a:rPr dirty="0" err="1"/>
              <a:t>bsd</a:t>
            </a:r>
            <a:r>
              <a:rPr dirty="0"/>
              <a:t>, </a:t>
            </a:r>
            <a:r>
              <a:rPr dirty="0" err="1"/>
              <a:t>fcw</a:t>
            </a:r>
            <a:r>
              <a:rPr dirty="0"/>
              <a:t>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Commands: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6B6D4"/>
                </a:solidFill>
              </a:defRPr>
            </a:pPr>
            <a:r>
              <a:t>python evaluate.py --module lane --source videos/new.mp4</a:t>
            </a:r>
          </a:p>
          <a:p>
            <a:pPr>
              <a:spcAft>
                <a:spcPts val="400"/>
              </a:spcAft>
              <a:defRPr sz="1400">
                <a:solidFill>
                  <a:srgbClr val="06B6D4"/>
                </a:solidFill>
              </a:defRPr>
            </a:pPr>
            <a:r>
              <a:t>python evaluate.py --module bsd --source videos/new.mp4</a:t>
            </a:r>
          </a:p>
          <a:p>
            <a:pPr>
              <a:spcAft>
                <a:spcPts val="400"/>
              </a:spcAft>
              <a:defRPr sz="1400">
                <a:solidFill>
                  <a:srgbClr val="06B6D4"/>
                </a:solidFill>
              </a:defRPr>
            </a:pPr>
            <a:r>
              <a:t>python evaluate.py --module fcw --source videos/new1.mp4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2860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371600"/>
            <a:ext cx="2743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Current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371600"/>
            <a:ext cx="41148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Proposed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920240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0" y="1920240"/>
            <a:ext cx="27432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0" y="1920240"/>
            <a:ext cx="41148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1971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Lane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971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BEV sliding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971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Ultra-Fast-Lane DNN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560320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0" y="2560320"/>
            <a:ext cx="27432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2560320"/>
            <a:ext cx="41148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2611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611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Pinhole camera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611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MiDaS/ZoeDepth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3200400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0" y="3200400"/>
            <a:ext cx="27432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0" y="3200400"/>
            <a:ext cx="41148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63040" y="3251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Multi-Module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251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Independent exec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251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Unified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3840479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14800" y="3840479"/>
            <a:ext cx="27432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0" y="3840479"/>
            <a:ext cx="41148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63040" y="38912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Siren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38912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FFT energy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89127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Mel-spectrogram + CNN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4480560"/>
            <a:ext cx="2286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14800" y="4480560"/>
            <a:ext cx="27432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5200" y="4480560"/>
            <a:ext cx="41148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63040" y="4531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Night Mode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4531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Fixed thresholds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531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Adaptive + IR camera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5120640"/>
            <a:ext cx="22860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14800" y="5120640"/>
            <a:ext cx="27432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15200" y="5120640"/>
            <a:ext cx="411480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463040" y="5171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Edge Deploy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5171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Python + PyTorch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1714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ONNX → TensorRT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ADAS – Camera-Only Modular System for Indian Roads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1111</Words>
  <Application>Microsoft Office PowerPoint</Application>
  <PresentationFormat>Widescreen</PresentationFormat>
  <Paragraphs>243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Nitish Thakur</cp:lastModifiedBy>
  <cp:revision>3</cp:revision>
  <dcterms:created xsi:type="dcterms:W3CDTF">2013-01-27T09:14:16Z</dcterms:created>
  <dcterms:modified xsi:type="dcterms:W3CDTF">2026-03-17T09:55:23Z</dcterms:modified>
  <cp:category/>
</cp:coreProperties>
</file>