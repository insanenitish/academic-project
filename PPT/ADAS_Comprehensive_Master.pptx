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Tri-Staggered ADAS Unified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Comprehensive Technical Architecture &amp; Optimizations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6B6D4"/>
                </a:solidFill>
              </a:defRPr>
            </a:pPr>
            <a:r>
              <a:t>FCW - Lane Assist - BSD - Emergency Preemption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Comprehensive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System Foundation: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1. The Dual-Camera Challenge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2. General Architecture: True Dual-Model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Module Deep Dives: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3. Forward Collision Warning (FCW)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4. Lane Assist &amp; Blind Spot Detection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5. Emergency Vehicle Preemption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Optimization specific to Modules: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6. FCW Optimizations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7. Lane/BSD Optimizations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8. EVP Optimizations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The Integrated Solution: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9. Tri-Staggered Execution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10. Dynamic Frame Skip Logic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11. DeepSORT 3-Way Splitting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931920"/>
            <a:ext cx="3383280" cy="201168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Outcomes: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572000"/>
            <a:ext cx="3017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12. HUD &amp; Dashboards</a:t>
            </a:r>
          </a:p>
          <a:p>
            <a:pPr>
              <a:spcAft>
                <a:spcPts val="600"/>
              </a:spcAft>
              <a:defRPr sz="1500">
                <a:solidFill>
                  <a:srgbClr val="FFFFFF"/>
                </a:solidFill>
              </a:defRPr>
            </a:pPr>
            <a:r>
              <a:t>13. Performance Evaluation 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The Indian Driving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Why traditional ADAS fails in India, and how our system solves it natively: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Challenge in Indian Traffic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Traditional ADAS (Radar/LiDAR)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Our Camera-Only Approach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Extremely Dense Traffic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Constant False Alarms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Context-Aware Traffic Density Scaling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Faded / Non-existent Lanes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Requires HD Maps &amp; White lines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Bird's Eye View (BEV) Sliding Window Poly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Emergency Vehicles Stuck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No specific detection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Visual + Audio Siren Multi-Modal Fusion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Auto-Rickshaws &amp; 2-Wheelers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Radar signature confusion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YOLOv8 Class-specific 3D projection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General Architecture: Dual-Model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Hardware Inputs: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743200" cy="41148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377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- Front Dashcam (640x360)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- Rear Dashcam (640x480)</a:t>
            </a:r>
          </a:p>
          <a:p>
            <a:pPr>
              <a:spcAft>
                <a:spcPts val="1000"/>
              </a:spcAft>
              <a:defRPr sz="1600">
                <a:solidFill>
                  <a:srgbClr val="CBD5E1"/>
                </a:solidFill>
              </a:defRPr>
            </a:pPr>
            <a:r>
              <a:t>- Microphone Array (Audio)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AI Model Engine: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1920240"/>
            <a:ext cx="7589520" cy="18288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210312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AI 1: yolov8n.pt (General Traffic)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256032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Evaluates Front AND Rear cameras for Cars, Trucks, Bikes, Pedestrians.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3931920"/>
            <a:ext cx="7589520" cy="210312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23360" y="4114800"/>
            <a:ext cx="7223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AI 2: yolo_emergency_model.pt (EVP Special)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572000"/>
            <a:ext cx="6858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Evaluates ONLY the Front camera specifically for Ambulances &amp; Fire Trucks.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Runs strictly in parallel to guarantee zero cross-pollution with general traffic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3. Forward Collision Warning (Mechanics)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38912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Detection &amp; Tracking: YOLO bounding boxes tracked over 10-frame histories via DeepSORT.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Distance Calculation: Uses a Pinhole Camera Model.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     Calculation: Distance = (Real_Height * Focal_Length) / Pixel_Height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Closing Speed: Subtracts current distance from previous distance, multiplied by FPS.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Ego Polygon: A dedicated polygon (Bottom 65% height, center 45% width) defining the vehicle path.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Context-Aware Collision: A target is ONLY a threat if it has &gt;25% overlap with the Ego Polygon.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4. FCW Target-Specific 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How we optimized FCW for chaotic unorganized traffic: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9456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Optimization Feature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Traffic-Aware TTC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Counts vehicles. If &gt;= 8 (Heavy), shifts critical TTC from 2.0s to 1.0s.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Kills 90% of false alarms in traffic jams.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TTC EMA Smoothing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Calculates a 5-frame Exponential Moving Average on raw closing speeds.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Prevents erratic TTC jumping when BBoxes jitter.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Class-Specific Heights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Uses 1.7m (Ped), 1.5m (Car), 3.5m (Truck) for the pinhole model.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Triples the accuracy of distance estimations.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TensorRT / FP16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Exports YOLO engine to half precision 16-bit Float.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Reduces GPU latency from ~40ms to ~15ms.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5. Lane Assist &amp; BSD (Mechanics)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38912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Dedicated Rear Camera: Uses mathematical BEV (Bird's Eye View) Transforms on 640x480 feeds.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HSV Thresholding: Isolates Yellow and White pixels dynamically.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Polynomial Fitting: Uses a sliding-window algorithm to fit a 2nd-degree polynomial to lane curves.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- 3D Blind Spot Cubes: After finding lanes, maps 'virtual cubes' strictly 140px wide natively outside the lane.</a:t>
            </a:r>
          </a:p>
          <a:p>
            <a:pPr>
              <a:spcAft>
                <a:spcPts val="2000"/>
              </a:spcAft>
              <a:defRPr sz="1700">
                <a:solidFill>
                  <a:srgbClr val="FFFFFF"/>
                </a:solidFill>
              </a:defRPr>
            </a:pPr>
            <a:r>
              <a:t>- Intersection Logic: Any object from YOLO mapping a point inside the cube triggers 'UNSAFE'.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6. Lane Assist / BSD 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Preventing GPU waste on irrelevant sky pixels and noise: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515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Optimization Feature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YOLO ROI Cropping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Top 20% of the rear frame (Sky/Trees) is completely skipped in YOLO.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Saves 20% pixel-processing time per frame.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10-Frame Poly History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Averages lane polynomials across 10-frame histories.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Lanes don't flicker when lines perfectly fade out.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Morphological Cleanup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Runs 5x5 Kernel cv2.MORPH_CLOSE then MORPH_OPEN.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Removes sun glare and puddles from lane masks.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7. Emergency Preemption (Mechanics)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Visual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- Top 30% Sweep: Scans only the light-bar region of Ambulance BBoxes.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- Red/Blue/Amber HSV: Exact Indian light-bar color thresholds.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- Blinking Math: Demands a frequency of 1.0Hz to 4.0Hz to confirm active lights.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B6D4"/>
                </a:solidFill>
              </a:defRPr>
            </a:pPr>
            <a:r>
              <a:t>Audio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286000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- PyAudio Listener: Non-blocking 22050Hz mic stream.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- FFT Bands: Evaluates energy in the 600–1600 Hz standard Indian siren band.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</a:defRPr>
            </a:pPr>
            <a:r>
              <a:t>- Warble Check: Variance math confirms the oscillating pattern of a real siren.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8. EVP Graceful Degradation &amp; Fusion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Ensuring the EVP system acts strictly, without false 'YIELD' alerts: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Optimization Feature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Mechanism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F59E0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Max Fusion Logic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Score = max(Visual_score, Audio_score).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Functions even if camera is muddy or mic breaks.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Fusion Booster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If BOTH visual and audio are &gt; 0.3, adds +0.2 confidence boost.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High certainty when both senses align.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State Machine Escarole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Must endure 5 frames for 'ALERT', and 10 for 'YIELD'.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Impossible to jump suddenly from 'SAFE' to 'YIELD'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Independent Trackers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EVP uses its own DeepSORT embedded tracker.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Doesn't confuse a fast car for an Ambulance.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9. DeepSORT 3-Way Parallel Streaming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To merge these modules, we instantiate 3 identical instances of DeepSORT: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0515600" cy="411480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Instance 1 (trk_front): Processes general vehicles out of the Front Camera.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Instance 2 (trk_rear): Processes general vehicles out of the Rear Camera.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Instance 3 (trk_evp): Processes specialized Ambulances out of the Front Camera.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By splitting them, we guarantee: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- No ID collisions (A car in front is ID 1, a car in back is ID 1 without clashing).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- Customized Kalman filtering matrices per perspective.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- Complete autonomy: If the rear camera drops frame, the Front DeepSORT continues perfectly.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10. The Complete Integrated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</a:defRPr>
            </a:pPr>
            <a:r>
              <a:t>How they work simultaneously without crashing Edge GPUs: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1031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Frame Index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Modulo % 3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AI Active (Heavy Work)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Tracker Coasting (0 GPU)</a:t>
                      </a:r>
                    </a:p>
                  </a:txBody>
                  <a:tcPr>
                    <a:solidFill>
                      <a:srgbClr val="EF4444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Frame 1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 Traffic YOLO Engine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Rear &amp; EVP Trackers Predict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Frame 2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Rear Traffic YOLO Engine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 &amp; EVP Trackers Predict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Frame 3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EVP Specialized YOLO Engine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 &amp; Rear Trackers Predict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Frame 4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Front Traffic YOLO Engine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Cycle Repeats...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11. The 'Dynamic Skip' Optimization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38912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Why? Running AI on an empty road is a 100% waste of battery and heat.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How it works: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Each Camera maintains an 'Empty Counter'.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If YOLO returns 0 detections for 2 scheduled intervals (representing ~6 frames):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  - Systems triggers SKIP_MODE = 2 (meaning the next 6 intervals are ignored).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  - Feeds empty arrays to DeepSORT.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     - CPU/GPU usage drops to ~3%.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- If an object suddenly enters, DeepSORT rapidly captures it upon resume.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Result: Near-zero power draw on completely empty night highways.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12. Real-Time HUD Rendering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4389120"/>
          </a:xfrm>
          <a:prstGeom prst="roundRect">
            <a:avLst>
              <a:gd name="adj" fmla="val 4000"/>
            </a:avLst>
          </a:prstGeom>
          <a:solidFill>
            <a:srgbClr val="1A2332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1. Information Dashboards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- Bottom/Top mounted sleek black glass metrics showing FPS, Traffic State, and Warning Level.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2. Corner-Accented Bounding Boxes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- Removed ugly solid thick boxes; replaced with sci-fi edge brackets.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- Modifies color via states (Green = INFO, Amber = WARNING, Red = DANGER).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3. Full-Screen Visual Overrides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- Pedestrian Alert: Translucent red tint covers the full screen + Large Text.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- EVP Banner: Blinking gradient 'YIELD' banner appears overlaying traffic.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4. Combined View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   - numpy.hstack stitches the Front and Rear 640p feeds seamlessly to the display.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13. Profiling &amp; System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103120"/>
          <a:ext cx="10515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Output Location</a:t>
                      </a:r>
                    </a:p>
                  </a:txBody>
                  <a:tcPr>
                    <a:solidFill>
                      <a:srgbClr val="06B6D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ModuleProfiler class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Real-time timing, FPS, Bandwidth KB/s estimation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unified_profile.csv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evaluate.py script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Human-in-loop interface to determine True/False Positives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eval_lane_*.json/csv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FPS Log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Validates the Tri-Staggered target of &gt;= 15 FPS on Edge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Terminal Out</a:t>
                      </a:r>
                    </a:p>
                  </a:txBody>
                  <a:tcPr>
                    <a:solidFill>
                      <a:srgbClr val="1A233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Storage Log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Calculates MB/Hour for Dashcam saving requirements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</a:defRPr>
                      </a:pPr>
                      <a:r>
                        <a:t>unified_profile.csv</a:t>
                      </a:r>
                    </a:p>
                  </a:txBody>
                  <a:tcPr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63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System Ready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High-efficiency, Tri-staggered, Dual-AI 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6B6D4"/>
                </a:solidFill>
              </a:defRPr>
            </a:pPr>
            <a:r>
              <a:t>Questions &amp; Demonstrations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